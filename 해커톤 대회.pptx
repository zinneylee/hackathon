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1704320" cy="8778240"/>
  <p:notesSz cx="8778240" cy="117043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704320" cy="8778240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037" y="3935063"/>
            <a:ext cx="7173182" cy="2514600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7207"/>
            <a:ext cx="3883200" cy="1106424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26" y="4653582"/>
            <a:ext cx="3444573" cy="402336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8526" y="1990249"/>
            <a:ext cx="7819120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704320" cy="8778240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5958"/>
            <a:ext cx="1730216" cy="777240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95" y="628507"/>
            <a:ext cx="1310021" cy="164592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4475" y="100584"/>
            <a:ext cx="7819120" cy="329184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3492" y="2304860"/>
            <a:ext cx="9413748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704320" cy="8778240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341" y="2069830"/>
            <a:ext cx="2062544" cy="640080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089" y="1918954"/>
            <a:ext cx="2062544" cy="941832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451" y="2059829"/>
            <a:ext cx="2062544" cy="301752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594" y="2041541"/>
            <a:ext cx="2062544" cy="640080"/>
          </a:xfrm>
          <a:prstGeom prst="rect">
            <a:avLst/>
          </a:prstGeom>
        </p:spPr>
      </p:pic>
      <p:pic>
        <p:nvPicPr>
          <p:cNvPr id="7" name="Object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9480" y="8503920"/>
            <a:ext cx="7819120" cy="274320"/>
          </a:xfrm>
          <a:prstGeom prst="rect">
            <a:avLst/>
          </a:prstGeom>
        </p:spPr>
      </p:pic>
      <p:pic>
        <p:nvPicPr>
          <p:cNvPr id="8" name="Object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086" y="6487239"/>
            <a:ext cx="923115" cy="502920"/>
          </a:xfrm>
          <a:prstGeom prst="rect">
            <a:avLst/>
          </a:prstGeom>
        </p:spPr>
      </p:pic>
      <p:pic>
        <p:nvPicPr>
          <p:cNvPr id="9" name="Object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4898" y="5333810"/>
            <a:ext cx="923115" cy="265176"/>
          </a:xfrm>
          <a:prstGeom prst="rect">
            <a:avLst/>
          </a:prstGeom>
        </p:spPr>
      </p:pic>
      <p:pic>
        <p:nvPicPr>
          <p:cNvPr id="10" name="Object 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2495" y="5749576"/>
            <a:ext cx="923115" cy="502920"/>
          </a:xfrm>
          <a:prstGeom prst="rect">
            <a:avLst/>
          </a:prstGeom>
        </p:spPr>
      </p:pic>
      <p:pic>
        <p:nvPicPr>
          <p:cNvPr id="11" name="Object 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4209" y="275606"/>
            <a:ext cx="6409658" cy="493776"/>
          </a:xfrm>
          <a:prstGeom prst="rect">
            <a:avLst/>
          </a:prstGeom>
        </p:spPr>
      </p:pic>
      <p:pic>
        <p:nvPicPr>
          <p:cNvPr id="12" name="Object 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7767" y="2060257"/>
            <a:ext cx="1805226" cy="274320"/>
          </a:xfrm>
          <a:prstGeom prst="rect">
            <a:avLst/>
          </a:prstGeom>
        </p:spPr>
      </p:pic>
      <p:pic>
        <p:nvPicPr>
          <p:cNvPr id="13" name="Object 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4765" y="2754916"/>
            <a:ext cx="1761077" cy="274320"/>
          </a:xfrm>
          <a:prstGeom prst="rect">
            <a:avLst/>
          </a:prstGeom>
        </p:spPr>
      </p:pic>
      <p:pic>
        <p:nvPicPr>
          <p:cNvPr id="14" name="Object 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4765" y="3352133"/>
            <a:ext cx="2161985" cy="274320"/>
          </a:xfrm>
          <a:prstGeom prst="rect">
            <a:avLst/>
          </a:prstGeom>
        </p:spPr>
      </p:pic>
      <p:pic>
        <p:nvPicPr>
          <p:cNvPr id="15" name="Object 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8336" y="3970211"/>
            <a:ext cx="2109692" cy="274320"/>
          </a:xfrm>
          <a:prstGeom prst="rect">
            <a:avLst/>
          </a:prstGeom>
        </p:spPr>
      </p:pic>
      <p:pic>
        <p:nvPicPr>
          <p:cNvPr id="16" name="Object 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899684"/>
            <a:ext cx="2127695" cy="566928"/>
          </a:xfrm>
          <a:prstGeom prst="rect">
            <a:avLst/>
          </a:prstGeom>
        </p:spPr>
      </p:pic>
      <p:pic>
        <p:nvPicPr>
          <p:cNvPr id="17" name="Object 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5499" y="691658"/>
            <a:ext cx="1310021" cy="210312"/>
          </a:xfrm>
          <a:prstGeom prst="rect">
            <a:avLst/>
          </a:prstGeom>
        </p:spPr>
      </p:pic>
      <p:pic>
        <p:nvPicPr>
          <p:cNvPr id="18" name="Object 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06065" y="3966496"/>
            <a:ext cx="4371832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704320" cy="8778240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67" y="2060257"/>
            <a:ext cx="1805226" cy="274320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22" y="2754916"/>
            <a:ext cx="1761077" cy="274320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22" y="3352133"/>
            <a:ext cx="2161985" cy="274320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336" y="3970211"/>
            <a:ext cx="2109692" cy="274320"/>
          </a:xfrm>
          <a:prstGeom prst="rect">
            <a:avLst/>
          </a:prstGeom>
        </p:spPr>
      </p:pic>
      <p:pic>
        <p:nvPicPr>
          <p:cNvPr id="7" name="Object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99684"/>
            <a:ext cx="2127695" cy="566928"/>
          </a:xfrm>
          <a:prstGeom prst="rect">
            <a:avLst/>
          </a:prstGeom>
        </p:spPr>
      </p:pic>
      <p:pic>
        <p:nvPicPr>
          <p:cNvPr id="8" name="Object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499" y="691658"/>
            <a:ext cx="1310021" cy="210312"/>
          </a:xfrm>
          <a:prstGeom prst="rect">
            <a:avLst/>
          </a:prstGeom>
        </p:spPr>
      </p:pic>
      <p:pic>
        <p:nvPicPr>
          <p:cNvPr id="9" name="Object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6501" y="275606"/>
            <a:ext cx="6409658" cy="493776"/>
          </a:xfrm>
          <a:prstGeom prst="rect">
            <a:avLst/>
          </a:prstGeom>
        </p:spPr>
      </p:pic>
      <p:pic>
        <p:nvPicPr>
          <p:cNvPr id="10" name="Object 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1793" y="996696"/>
            <a:ext cx="4277678" cy="384048"/>
          </a:xfrm>
          <a:prstGeom prst="rect">
            <a:avLst/>
          </a:prstGeom>
        </p:spPr>
      </p:pic>
      <p:pic>
        <p:nvPicPr>
          <p:cNvPr id="11" name="Object 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1793" y="1450896"/>
            <a:ext cx="4099941" cy="566928"/>
          </a:xfrm>
          <a:prstGeom prst="rect">
            <a:avLst/>
          </a:prstGeom>
        </p:spPr>
      </p:pic>
      <p:pic>
        <p:nvPicPr>
          <p:cNvPr id="12" name="Object 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11650" y="5606987"/>
            <a:ext cx="4099941" cy="566928"/>
          </a:xfrm>
          <a:prstGeom prst="rect">
            <a:avLst/>
          </a:prstGeom>
        </p:spPr>
      </p:pic>
      <p:pic>
        <p:nvPicPr>
          <p:cNvPr id="13" name="Object 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6642" y="1065276"/>
            <a:ext cx="4277678" cy="384048"/>
          </a:xfrm>
          <a:prstGeom prst="rect">
            <a:avLst/>
          </a:prstGeom>
        </p:spPr>
      </p:pic>
      <p:pic>
        <p:nvPicPr>
          <p:cNvPr id="14" name="Object 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9480" y="8503920"/>
            <a:ext cx="78191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704320" cy="8778240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67" y="2060257"/>
            <a:ext cx="1805226" cy="274320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22" y="2754916"/>
            <a:ext cx="1761077" cy="274320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22" y="3352133"/>
            <a:ext cx="2161985" cy="274320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336" y="3970211"/>
            <a:ext cx="2109692" cy="274320"/>
          </a:xfrm>
          <a:prstGeom prst="rect">
            <a:avLst/>
          </a:prstGeom>
        </p:spPr>
      </p:pic>
      <p:pic>
        <p:nvPicPr>
          <p:cNvPr id="7" name="Object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99684"/>
            <a:ext cx="2127695" cy="566928"/>
          </a:xfrm>
          <a:prstGeom prst="rect">
            <a:avLst/>
          </a:prstGeom>
        </p:spPr>
      </p:pic>
      <p:pic>
        <p:nvPicPr>
          <p:cNvPr id="8" name="Object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499" y="691658"/>
            <a:ext cx="1310021" cy="210312"/>
          </a:xfrm>
          <a:prstGeom prst="rect">
            <a:avLst/>
          </a:prstGeom>
        </p:spPr>
      </p:pic>
      <p:pic>
        <p:nvPicPr>
          <p:cNvPr id="9" name="Object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6501" y="275606"/>
            <a:ext cx="6409658" cy="493776"/>
          </a:xfrm>
          <a:prstGeom prst="rect">
            <a:avLst/>
          </a:prstGeom>
        </p:spPr>
      </p:pic>
      <p:pic>
        <p:nvPicPr>
          <p:cNvPr id="10" name="Object 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9480" y="8503920"/>
            <a:ext cx="78191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704320" cy="8778240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67" y="2060257"/>
            <a:ext cx="1805226" cy="274320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22" y="2754916"/>
            <a:ext cx="1761077" cy="274320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22" y="3352133"/>
            <a:ext cx="2161985" cy="274320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336" y="3970211"/>
            <a:ext cx="2109692" cy="274320"/>
          </a:xfrm>
          <a:prstGeom prst="rect">
            <a:avLst/>
          </a:prstGeom>
        </p:spPr>
      </p:pic>
      <p:pic>
        <p:nvPicPr>
          <p:cNvPr id="7" name="Object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99684"/>
            <a:ext cx="2127695" cy="566928"/>
          </a:xfrm>
          <a:prstGeom prst="rect">
            <a:avLst/>
          </a:prstGeom>
        </p:spPr>
      </p:pic>
      <p:pic>
        <p:nvPicPr>
          <p:cNvPr id="8" name="Object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499" y="691658"/>
            <a:ext cx="1310021" cy="210312"/>
          </a:xfrm>
          <a:prstGeom prst="rect">
            <a:avLst/>
          </a:prstGeom>
        </p:spPr>
      </p:pic>
      <p:pic>
        <p:nvPicPr>
          <p:cNvPr id="9" name="Object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6501" y="275606"/>
            <a:ext cx="6409658" cy="493776"/>
          </a:xfrm>
          <a:prstGeom prst="rect">
            <a:avLst/>
          </a:prstGeom>
        </p:spPr>
      </p:pic>
      <p:pic>
        <p:nvPicPr>
          <p:cNvPr id="10" name="Object 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9902" y="3292412"/>
            <a:ext cx="1687354" cy="238030"/>
          </a:xfrm>
          <a:prstGeom prst="rect">
            <a:avLst/>
          </a:prstGeom>
        </p:spPr>
      </p:pic>
      <p:pic>
        <p:nvPicPr>
          <p:cNvPr id="11" name="Object 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0005" y="2128552"/>
            <a:ext cx="1952387" cy="183594"/>
          </a:xfrm>
          <a:prstGeom prst="rect">
            <a:avLst/>
          </a:prstGeom>
        </p:spPr>
      </p:pic>
      <p:pic>
        <p:nvPicPr>
          <p:cNvPr id="12" name="Object 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03847" y="4590431"/>
            <a:ext cx="1284446" cy="219456"/>
          </a:xfrm>
          <a:prstGeom prst="rect">
            <a:avLst/>
          </a:prstGeom>
        </p:spPr>
      </p:pic>
      <p:pic>
        <p:nvPicPr>
          <p:cNvPr id="13" name="Object 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6501" y="1273016"/>
            <a:ext cx="4745736" cy="374904"/>
          </a:xfrm>
          <a:prstGeom prst="rect">
            <a:avLst/>
          </a:prstGeom>
        </p:spPr>
      </p:pic>
      <p:pic>
        <p:nvPicPr>
          <p:cNvPr id="14" name="Object 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66501" y="2446020"/>
            <a:ext cx="4745736" cy="374904"/>
          </a:xfrm>
          <a:prstGeom prst="rect">
            <a:avLst/>
          </a:prstGeom>
        </p:spPr>
      </p:pic>
      <p:pic>
        <p:nvPicPr>
          <p:cNvPr id="15" name="Object 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66501" y="3533585"/>
            <a:ext cx="4745736" cy="356616"/>
          </a:xfrm>
          <a:prstGeom prst="rect">
            <a:avLst/>
          </a:prstGeom>
        </p:spPr>
      </p:pic>
      <p:pic>
        <p:nvPicPr>
          <p:cNvPr id="16" name="Object 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40821" y="2817066"/>
            <a:ext cx="6803136" cy="329184"/>
          </a:xfrm>
          <a:prstGeom prst="rect">
            <a:avLst/>
          </a:prstGeom>
        </p:spPr>
      </p:pic>
      <p:pic>
        <p:nvPicPr>
          <p:cNvPr id="17" name="Object 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40821" y="1654350"/>
            <a:ext cx="6803136" cy="329184"/>
          </a:xfrm>
          <a:prstGeom prst="rect">
            <a:avLst/>
          </a:prstGeom>
        </p:spPr>
      </p:pic>
      <p:pic>
        <p:nvPicPr>
          <p:cNvPr id="18" name="Object 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66501" y="4477560"/>
            <a:ext cx="4745736" cy="374904"/>
          </a:xfrm>
          <a:prstGeom prst="rect">
            <a:avLst/>
          </a:prstGeom>
        </p:spPr>
      </p:pic>
      <p:pic>
        <p:nvPicPr>
          <p:cNvPr id="19" name="Object 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40821" y="4841034"/>
            <a:ext cx="6803136" cy="329184"/>
          </a:xfrm>
          <a:prstGeom prst="rect">
            <a:avLst/>
          </a:prstGeom>
        </p:spPr>
      </p:pic>
      <p:pic>
        <p:nvPicPr>
          <p:cNvPr id="20" name="Object 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140821" y="4841034"/>
            <a:ext cx="6803136" cy="329184"/>
          </a:xfrm>
          <a:prstGeom prst="rect">
            <a:avLst/>
          </a:prstGeom>
        </p:spPr>
      </p:pic>
      <p:pic>
        <p:nvPicPr>
          <p:cNvPr id="21" name="Object 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66501" y="5631990"/>
            <a:ext cx="4745736" cy="374904"/>
          </a:xfrm>
          <a:prstGeom prst="rect">
            <a:avLst/>
          </a:prstGeom>
        </p:spPr>
      </p:pic>
      <p:pic>
        <p:nvPicPr>
          <p:cNvPr id="22" name="Object 21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39480" y="8503920"/>
            <a:ext cx="78191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704320" cy="8778240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22" y="3352133"/>
            <a:ext cx="2161985" cy="274320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36" y="3970211"/>
            <a:ext cx="2109692" cy="274320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67" y="2060257"/>
            <a:ext cx="1805226" cy="274320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051" y="2682335"/>
            <a:ext cx="1761077" cy="274320"/>
          </a:xfrm>
          <a:prstGeom prst="rect">
            <a:avLst/>
          </a:prstGeom>
        </p:spPr>
      </p:pic>
      <p:pic>
        <p:nvPicPr>
          <p:cNvPr id="7" name="Object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99684"/>
            <a:ext cx="2127695" cy="566928"/>
          </a:xfrm>
          <a:prstGeom prst="rect">
            <a:avLst/>
          </a:prstGeom>
        </p:spPr>
      </p:pic>
      <p:pic>
        <p:nvPicPr>
          <p:cNvPr id="8" name="Object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499" y="691658"/>
            <a:ext cx="1310021" cy="210312"/>
          </a:xfrm>
          <a:prstGeom prst="rect">
            <a:avLst/>
          </a:prstGeom>
        </p:spPr>
      </p:pic>
      <p:pic>
        <p:nvPicPr>
          <p:cNvPr id="9" name="Object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6501" y="275606"/>
            <a:ext cx="6409658" cy="493776"/>
          </a:xfrm>
          <a:prstGeom prst="rect">
            <a:avLst/>
          </a:prstGeom>
        </p:spPr>
      </p:pic>
      <p:pic>
        <p:nvPicPr>
          <p:cNvPr id="10" name="Object 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9480" y="8503920"/>
            <a:ext cx="78191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704320" cy="8778240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126" y="1509046"/>
            <a:ext cx="8130016" cy="1124712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149" y="6761274"/>
            <a:ext cx="2632329" cy="1097280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878" y="6761274"/>
            <a:ext cx="2632329" cy="1097280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754" y="6761274"/>
            <a:ext cx="2632329" cy="1097280"/>
          </a:xfrm>
          <a:prstGeom prst="rect">
            <a:avLst/>
          </a:prstGeom>
        </p:spPr>
      </p:pic>
      <p:pic>
        <p:nvPicPr>
          <p:cNvPr id="7" name="Object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6829" y="759238"/>
            <a:ext cx="5635990" cy="457200"/>
          </a:xfrm>
          <a:prstGeom prst="rect">
            <a:avLst/>
          </a:prstGeom>
        </p:spPr>
      </p:pic>
      <p:pic>
        <p:nvPicPr>
          <p:cNvPr id="8" name="Object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3337" y="3081814"/>
            <a:ext cx="2062544" cy="301752"/>
          </a:xfrm>
          <a:prstGeom prst="rect">
            <a:avLst/>
          </a:prstGeom>
        </p:spPr>
      </p:pic>
      <p:pic>
        <p:nvPicPr>
          <p:cNvPr id="9" name="Object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0469" y="5846302"/>
            <a:ext cx="2062544" cy="301752"/>
          </a:xfrm>
          <a:prstGeom prst="rect">
            <a:avLst/>
          </a:prstGeom>
        </p:spPr>
      </p:pic>
      <p:pic>
        <p:nvPicPr>
          <p:cNvPr id="10" name="Object 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8070" y="5846302"/>
            <a:ext cx="2062544" cy="301752"/>
          </a:xfrm>
          <a:prstGeom prst="rect">
            <a:avLst/>
          </a:prstGeom>
        </p:spPr>
      </p:pic>
      <p:pic>
        <p:nvPicPr>
          <p:cNvPr id="11" name="Object 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622" y="3352133"/>
            <a:ext cx="2161985" cy="274320"/>
          </a:xfrm>
          <a:prstGeom prst="rect">
            <a:avLst/>
          </a:prstGeom>
        </p:spPr>
      </p:pic>
      <p:pic>
        <p:nvPicPr>
          <p:cNvPr id="12" name="Object 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8336" y="3970211"/>
            <a:ext cx="2109692" cy="274320"/>
          </a:xfrm>
          <a:prstGeom prst="rect">
            <a:avLst/>
          </a:prstGeom>
        </p:spPr>
      </p:pic>
      <p:pic>
        <p:nvPicPr>
          <p:cNvPr id="13" name="Object 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7767" y="2060257"/>
            <a:ext cx="1805226" cy="274320"/>
          </a:xfrm>
          <a:prstGeom prst="rect">
            <a:avLst/>
          </a:prstGeom>
        </p:spPr>
      </p:pic>
      <p:pic>
        <p:nvPicPr>
          <p:cNvPr id="14" name="Object 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1051" y="2682335"/>
            <a:ext cx="1761077" cy="274320"/>
          </a:xfrm>
          <a:prstGeom prst="rect">
            <a:avLst/>
          </a:prstGeom>
        </p:spPr>
      </p:pic>
      <p:pic>
        <p:nvPicPr>
          <p:cNvPr id="15" name="Object 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899684"/>
            <a:ext cx="2127695" cy="566928"/>
          </a:xfrm>
          <a:prstGeom prst="rect">
            <a:avLst/>
          </a:prstGeom>
        </p:spPr>
      </p:pic>
      <p:pic>
        <p:nvPicPr>
          <p:cNvPr id="16" name="Object 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5499" y="691658"/>
            <a:ext cx="1310021" cy="210312"/>
          </a:xfrm>
          <a:prstGeom prst="rect">
            <a:avLst/>
          </a:prstGeom>
        </p:spPr>
      </p:pic>
      <p:pic>
        <p:nvPicPr>
          <p:cNvPr id="17" name="Object 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66501" y="275606"/>
            <a:ext cx="6409658" cy="493776"/>
          </a:xfrm>
          <a:prstGeom prst="rect">
            <a:avLst/>
          </a:prstGeom>
        </p:spPr>
      </p:pic>
      <p:pic>
        <p:nvPicPr>
          <p:cNvPr id="18" name="Object 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39480" y="8503920"/>
            <a:ext cx="78191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704320" cy="8778240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124" y="1517904"/>
            <a:ext cx="8130016" cy="1499616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997" y="4334685"/>
            <a:ext cx="4086939" cy="283464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997" y="4638151"/>
            <a:ext cx="3341561" cy="283464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4997" y="4958763"/>
            <a:ext cx="4216241" cy="283464"/>
          </a:xfrm>
          <a:prstGeom prst="rect">
            <a:avLst/>
          </a:prstGeom>
        </p:spPr>
      </p:pic>
      <p:pic>
        <p:nvPicPr>
          <p:cNvPr id="7" name="Object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4997" y="5271945"/>
            <a:ext cx="4216241" cy="283464"/>
          </a:xfrm>
          <a:prstGeom prst="rect">
            <a:avLst/>
          </a:prstGeom>
        </p:spPr>
      </p:pic>
      <p:pic>
        <p:nvPicPr>
          <p:cNvPr id="8" name="Object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4997" y="5585270"/>
            <a:ext cx="4216241" cy="283464"/>
          </a:xfrm>
          <a:prstGeom prst="rect">
            <a:avLst/>
          </a:prstGeom>
        </p:spPr>
      </p:pic>
      <p:pic>
        <p:nvPicPr>
          <p:cNvPr id="9" name="Object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5414" y="6161770"/>
            <a:ext cx="707803" cy="283464"/>
          </a:xfrm>
          <a:prstGeom prst="rect">
            <a:avLst/>
          </a:prstGeom>
        </p:spPr>
      </p:pic>
      <p:pic>
        <p:nvPicPr>
          <p:cNvPr id="10" name="Object 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8986" y="6474952"/>
            <a:ext cx="833533" cy="283464"/>
          </a:xfrm>
          <a:prstGeom prst="rect">
            <a:avLst/>
          </a:prstGeom>
        </p:spPr>
      </p:pic>
      <p:pic>
        <p:nvPicPr>
          <p:cNvPr id="11" name="Object 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2055" y="6161770"/>
            <a:ext cx="2208562" cy="283464"/>
          </a:xfrm>
          <a:prstGeom prst="rect">
            <a:avLst/>
          </a:prstGeom>
        </p:spPr>
      </p:pic>
      <p:pic>
        <p:nvPicPr>
          <p:cNvPr id="12" name="Object 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41636" y="6465094"/>
            <a:ext cx="2208562" cy="283464"/>
          </a:xfrm>
          <a:prstGeom prst="rect">
            <a:avLst/>
          </a:prstGeom>
        </p:spPr>
      </p:pic>
      <p:pic>
        <p:nvPicPr>
          <p:cNvPr id="13" name="Object 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8381" y="759238"/>
            <a:ext cx="5952887" cy="457200"/>
          </a:xfrm>
          <a:prstGeom prst="rect">
            <a:avLst/>
          </a:prstGeom>
        </p:spPr>
      </p:pic>
      <p:pic>
        <p:nvPicPr>
          <p:cNvPr id="14" name="Object 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87554" y="3890915"/>
            <a:ext cx="2805065" cy="301752"/>
          </a:xfrm>
          <a:prstGeom prst="rect">
            <a:avLst/>
          </a:prstGeom>
        </p:spPr>
      </p:pic>
      <p:pic>
        <p:nvPicPr>
          <p:cNvPr id="15" name="Object 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1048" y="4523851"/>
            <a:ext cx="1985105" cy="603504"/>
          </a:xfrm>
          <a:prstGeom prst="rect">
            <a:avLst/>
          </a:prstGeom>
        </p:spPr>
      </p:pic>
      <p:pic>
        <p:nvPicPr>
          <p:cNvPr id="16" name="Object 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8336" y="3294983"/>
            <a:ext cx="2161985" cy="274320"/>
          </a:xfrm>
          <a:prstGeom prst="rect">
            <a:avLst/>
          </a:prstGeom>
        </p:spPr>
      </p:pic>
      <p:pic>
        <p:nvPicPr>
          <p:cNvPr id="17" name="Object 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8336" y="3970211"/>
            <a:ext cx="2109692" cy="274320"/>
          </a:xfrm>
          <a:prstGeom prst="rect">
            <a:avLst/>
          </a:prstGeom>
        </p:spPr>
      </p:pic>
      <p:pic>
        <p:nvPicPr>
          <p:cNvPr id="18" name="Object 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7767" y="2060257"/>
            <a:ext cx="1805226" cy="274320"/>
          </a:xfrm>
          <a:prstGeom prst="rect">
            <a:avLst/>
          </a:prstGeom>
        </p:spPr>
      </p:pic>
      <p:pic>
        <p:nvPicPr>
          <p:cNvPr id="19" name="Object 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051" y="2682335"/>
            <a:ext cx="1761077" cy="274320"/>
          </a:xfrm>
          <a:prstGeom prst="rect">
            <a:avLst/>
          </a:prstGeom>
        </p:spPr>
      </p:pic>
      <p:pic>
        <p:nvPicPr>
          <p:cNvPr id="20" name="Object 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899684"/>
            <a:ext cx="2127695" cy="566928"/>
          </a:xfrm>
          <a:prstGeom prst="rect">
            <a:avLst/>
          </a:prstGeom>
        </p:spPr>
      </p:pic>
      <p:pic>
        <p:nvPicPr>
          <p:cNvPr id="21" name="Object 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5499" y="691658"/>
            <a:ext cx="1310021" cy="210312"/>
          </a:xfrm>
          <a:prstGeom prst="rect">
            <a:avLst/>
          </a:prstGeom>
        </p:spPr>
      </p:pic>
      <p:pic>
        <p:nvPicPr>
          <p:cNvPr id="22" name="Object 21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66501" y="275606"/>
            <a:ext cx="6409658" cy="493776"/>
          </a:xfrm>
          <a:prstGeom prst="rect">
            <a:avLst/>
          </a:prstGeom>
        </p:spPr>
      </p:pic>
      <p:pic>
        <p:nvPicPr>
          <p:cNvPr id="23" name="Object 22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39480" y="8503920"/>
            <a:ext cx="78191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704320" cy="8778240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124" y="1517904"/>
            <a:ext cx="8130016" cy="1499616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997" y="4334685"/>
            <a:ext cx="4086939" cy="283464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997" y="4638151"/>
            <a:ext cx="3341561" cy="283464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4997" y="4958763"/>
            <a:ext cx="4216241" cy="283464"/>
          </a:xfrm>
          <a:prstGeom prst="rect">
            <a:avLst/>
          </a:prstGeom>
        </p:spPr>
      </p:pic>
      <p:pic>
        <p:nvPicPr>
          <p:cNvPr id="7" name="Object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4997" y="5271945"/>
            <a:ext cx="4216241" cy="283464"/>
          </a:xfrm>
          <a:prstGeom prst="rect">
            <a:avLst/>
          </a:prstGeom>
        </p:spPr>
      </p:pic>
      <p:pic>
        <p:nvPicPr>
          <p:cNvPr id="8" name="Object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4997" y="5585270"/>
            <a:ext cx="4216241" cy="283464"/>
          </a:xfrm>
          <a:prstGeom prst="rect">
            <a:avLst/>
          </a:prstGeom>
        </p:spPr>
      </p:pic>
      <p:pic>
        <p:nvPicPr>
          <p:cNvPr id="9" name="Object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5414" y="6161770"/>
            <a:ext cx="707803" cy="283464"/>
          </a:xfrm>
          <a:prstGeom prst="rect">
            <a:avLst/>
          </a:prstGeom>
        </p:spPr>
      </p:pic>
      <p:pic>
        <p:nvPicPr>
          <p:cNvPr id="10" name="Object 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8986" y="6474952"/>
            <a:ext cx="833533" cy="283464"/>
          </a:xfrm>
          <a:prstGeom prst="rect">
            <a:avLst/>
          </a:prstGeom>
        </p:spPr>
      </p:pic>
      <p:pic>
        <p:nvPicPr>
          <p:cNvPr id="11" name="Object 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2055" y="6161770"/>
            <a:ext cx="2208562" cy="283464"/>
          </a:xfrm>
          <a:prstGeom prst="rect">
            <a:avLst/>
          </a:prstGeom>
        </p:spPr>
      </p:pic>
      <p:pic>
        <p:nvPicPr>
          <p:cNvPr id="12" name="Object 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41636" y="6465094"/>
            <a:ext cx="2208562" cy="283464"/>
          </a:xfrm>
          <a:prstGeom prst="rect">
            <a:avLst/>
          </a:prstGeom>
        </p:spPr>
      </p:pic>
      <p:pic>
        <p:nvPicPr>
          <p:cNvPr id="13" name="Object 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8381" y="759238"/>
            <a:ext cx="5952887" cy="457200"/>
          </a:xfrm>
          <a:prstGeom prst="rect">
            <a:avLst/>
          </a:prstGeom>
        </p:spPr>
      </p:pic>
      <p:pic>
        <p:nvPicPr>
          <p:cNvPr id="14" name="Object 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87554" y="3890915"/>
            <a:ext cx="2805065" cy="301752"/>
          </a:xfrm>
          <a:prstGeom prst="rect">
            <a:avLst/>
          </a:prstGeom>
        </p:spPr>
      </p:pic>
      <p:pic>
        <p:nvPicPr>
          <p:cNvPr id="15" name="Object 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1048" y="4523851"/>
            <a:ext cx="1985105" cy="603504"/>
          </a:xfrm>
          <a:prstGeom prst="rect">
            <a:avLst/>
          </a:prstGeom>
        </p:spPr>
      </p:pic>
      <p:pic>
        <p:nvPicPr>
          <p:cNvPr id="16" name="Object 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8336" y="3294983"/>
            <a:ext cx="2161985" cy="274320"/>
          </a:xfrm>
          <a:prstGeom prst="rect">
            <a:avLst/>
          </a:prstGeom>
        </p:spPr>
      </p:pic>
      <p:pic>
        <p:nvPicPr>
          <p:cNvPr id="17" name="Object 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8336" y="3970211"/>
            <a:ext cx="2109692" cy="274320"/>
          </a:xfrm>
          <a:prstGeom prst="rect">
            <a:avLst/>
          </a:prstGeom>
        </p:spPr>
      </p:pic>
      <p:pic>
        <p:nvPicPr>
          <p:cNvPr id="18" name="Object 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7767" y="2060257"/>
            <a:ext cx="1805226" cy="274320"/>
          </a:xfrm>
          <a:prstGeom prst="rect">
            <a:avLst/>
          </a:prstGeom>
        </p:spPr>
      </p:pic>
      <p:pic>
        <p:nvPicPr>
          <p:cNvPr id="19" name="Object 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051" y="2682335"/>
            <a:ext cx="1761077" cy="274320"/>
          </a:xfrm>
          <a:prstGeom prst="rect">
            <a:avLst/>
          </a:prstGeom>
        </p:spPr>
      </p:pic>
      <p:pic>
        <p:nvPicPr>
          <p:cNvPr id="20" name="Object 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899684"/>
            <a:ext cx="2127695" cy="566928"/>
          </a:xfrm>
          <a:prstGeom prst="rect">
            <a:avLst/>
          </a:prstGeom>
        </p:spPr>
      </p:pic>
      <p:pic>
        <p:nvPicPr>
          <p:cNvPr id="21" name="Object 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5499" y="691658"/>
            <a:ext cx="1310021" cy="210312"/>
          </a:xfrm>
          <a:prstGeom prst="rect">
            <a:avLst/>
          </a:prstGeom>
        </p:spPr>
      </p:pic>
      <p:pic>
        <p:nvPicPr>
          <p:cNvPr id="22" name="Object 21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66501" y="275606"/>
            <a:ext cx="6409658" cy="493776"/>
          </a:xfrm>
          <a:prstGeom prst="rect">
            <a:avLst/>
          </a:prstGeom>
        </p:spPr>
      </p:pic>
      <p:pic>
        <p:nvPicPr>
          <p:cNvPr id="23" name="Object 22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39480" y="8503920"/>
            <a:ext cx="78191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704320" cy="8778240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910" y="7772829"/>
            <a:ext cx="4159663" cy="237744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893" y="7517225"/>
            <a:ext cx="2151555" cy="237744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316" y="2506170"/>
            <a:ext cx="4367403" cy="841248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674" y="1222439"/>
            <a:ext cx="7796832" cy="960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해커톤 대회</dc:title>
  <dc:subject>Presentation</dc:subject>
  <dc:creator>mangoboard.net_6771526</dc:creator>
  <cp:lastModifiedBy>mangoboard.net_6771526</cp:lastModifiedBy>
  <cp:revision>1</cp:revision>
  <dcterms:created xsi:type="dcterms:W3CDTF">2020-11-12T01:33:27Z</dcterms:created>
  <dcterms:modified xsi:type="dcterms:W3CDTF">2020-11-12T01:33:27Z</dcterms:modified>
</cp:coreProperties>
</file>